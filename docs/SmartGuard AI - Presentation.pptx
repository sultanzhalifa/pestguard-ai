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1A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SMARTGUARD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Smart Warehouse Bio-Hazard &amp; Pest Detection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3200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AI Open Innovation Challenge 2026  ·  PT. Kawan Lama Surveillance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Group 5  ·  Risly  ·  Sultan  ·  Fathir  ·  Misha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120640"/>
            <a:ext cx="1828800" cy="384048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389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B82F6"/>
                </a:solidFill>
              </a:rPr>
              <a:t>YOLO11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5120640"/>
            <a:ext cx="1828800" cy="384048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51389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</a:rPr>
              <a:t>FastAPI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5120640"/>
            <a:ext cx="1828800" cy="384048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1389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B82F6"/>
                </a:solidFill>
              </a:rPr>
              <a:t>React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5120640"/>
            <a:ext cx="1828800" cy="384048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51389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9E0B"/>
                </a:solidFill>
              </a:rPr>
              <a:t>SQLite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5120640"/>
            <a:ext cx="1828800" cy="384048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51389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F4444"/>
                </a:solidFill>
              </a:rPr>
              <a:t>WebSocket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4630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4389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Challenge at PT. Kawan 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Large-scale warehouses face invisible threats that manual monitoring cannot catch in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62356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2128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Financial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505456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Rodents, snakes, and pests contaminate stored goods
causing millions in product damage yearly.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103120"/>
            <a:ext cx="562356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2128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Worker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505456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Venomous snakes (kobra, welang) have been found in
warehouse zones with no early warning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79"/>
            <a:ext cx="562356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178807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Manual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471416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Guards cannot watch 200+ CCTV cameras simultaneously.
Threats go undetected for hours.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4069079"/>
            <a:ext cx="562356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4178807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No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4471416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When incidents happen, there is no timestamped record
of what happened, where, and when.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4630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4389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SmartGuard AI — Automated Surveillance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 full-stack AI system that watches every zone 24/7 and alerts the right people instantly.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730752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212848"/>
            <a:ext cx="3456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Real-Time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505456"/>
            <a:ext cx="3456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Custom YOLO11 model
Snake / Cat / Gecko / Lizard
Runs on CPU, no GPU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2103120"/>
            <a:ext cx="3730752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12848"/>
            <a:ext cx="3456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HUD Bounding Boxes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505456"/>
            <a:ext cx="3456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Color-coded by risk level
Confidence score overlay
Annotated snapshots saved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2103120"/>
            <a:ext cx="3730752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6" y="2212848"/>
            <a:ext cx="3456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Instant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2505456"/>
            <a:ext cx="3456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WebSocket push in &lt; 1 sec
Share to WhatsApp / Telegram
Toast + audio TTS warning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3730752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133088"/>
            <a:ext cx="3456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Multi-Zone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425696"/>
            <a:ext cx="3456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4 parallel camera zones
Independent inference threads
Per-zone start/stop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4023360"/>
            <a:ext cx="3730752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4133088"/>
            <a:ext cx="3456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Analytics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425696"/>
            <a:ext cx="3456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Weekly trend charts
Zone activity heatmap
Risk level distribution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4464" y="4023360"/>
            <a:ext cx="3730752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6" y="4133088"/>
            <a:ext cx="3456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Secure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4425696"/>
            <a:ext cx="3456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Role-based access control
Invite-only registration
bcrypt + rate limiting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4630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4389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How It Works — End to 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28600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Camera
/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256032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228600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28600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OpenCV
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56032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228600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28600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YOLO11
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256032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228600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28600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FastAPI
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7" y="256032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28600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28600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SQLite
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56032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9640" y="228600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28600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WebSocket
Broadcast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56032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95560" y="228600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228600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React
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&lt; 200ms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Per frame
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4 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Parallel
threads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&lt; 1 sec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Alert
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Real data
no mocks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4630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4389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AI 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YOLO11 Nano — Detection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Trained on 2,000+ annotated images with data augmentation for low-light warehouse conditions.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743200" cy="164592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71%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mAP@0.5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103120"/>
            <a:ext cx="2743200" cy="1645920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B82F6"/>
                </a:solidFill>
              </a:rPr>
              <a:t>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2743200" cy="164592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</a:rPr>
              <a:t>68%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103120"/>
            <a:ext cx="2743200" cy="1645920"/>
          </a:xfrm>
          <a:prstGeom prst="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F4444"/>
                </a:solidFill>
              </a:rPr>
              <a:t>~180ms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Inference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27432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Snake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407408"/>
            <a:ext cx="146304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074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Bio-Hazard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7365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65%+ confidence on
test footage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931920"/>
            <a:ext cx="27432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407408"/>
            <a:ext cx="146304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4074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Contamination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7365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72%+ confidence,
highest accuracy class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931920"/>
            <a:ext cx="27432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Gecko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407408"/>
            <a:ext cx="146304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4074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7365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63%+ after low-light
augmentation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3931920"/>
            <a:ext cx="27432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Lizard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4407408"/>
            <a:ext cx="146304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44074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7365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61%+ confidence on
test footage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4630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4389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Built With Production-Grade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Every component chosen for reliability, speed, and ease of deployment.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743200" cy="4114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74320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React 19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278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Recharts (analytics)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React Router v6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165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CSS custom design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109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WebSocket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03120"/>
            <a:ext cx="2743200" cy="411480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103120"/>
            <a:ext cx="27432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33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FastAPI (Python)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2278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Uvicorn ASGI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8221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OpenCV (video capture)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4165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python-jose (JWT)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0109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bcrypt (passwords)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103120"/>
            <a:ext cx="2743200" cy="4114800"/>
          </a:xfrm>
          <a:prstGeom prst="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103120"/>
            <a:ext cx="274320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/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633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YOLO11 Nano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2278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Ultralytics framework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221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Custom dataset 2000+ images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165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COCO pretrained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109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CPU inference ready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103120"/>
            <a:ext cx="2743200" cy="411480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2103120"/>
            <a:ext cx="27432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Infra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633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SQLite (persistent DB)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2278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WebSocket manager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8221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MJPEG video streaming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4165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Docker + docker-compose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50109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·  GitHub (version control)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4630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4389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AGILE PROCESS &amp;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Scrum-Based Development — 3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Daily standups, weekly sprint reviews, and a full product backlog with 10 items.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74320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128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Risly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Product 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44368"/>
            <a:ext cx="2468880" cy="1371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Defined product vision, validated acceptance
criteria, wrote executive summary, tested UX.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103120"/>
            <a:ext cx="274320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2128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Sultan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151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Scrum Master + 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944368"/>
            <a:ext cx="2468880" cy="1371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Led sprints, fixed blockers, built auth system,
hardened security, managed 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103120"/>
            <a:ext cx="274320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2128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Fathir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151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Developer — AI + 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944368"/>
            <a:ext cx="2468880" cy="1371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017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Collected dataset, trained YOLO11, built FastAPI
endpoints, OpenCV pipeline, WebSocket.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103120"/>
            <a:ext cx="274320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2128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Misha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6151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Developer — Frontend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2944368"/>
            <a:ext cx="2468880" cy="1371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017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Built entire React dashboard, integrated all APIs,
designed UI/UX, responsive layout.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56048"/>
            <a:ext cx="11274552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0" y="4828032"/>
            <a:ext cx="10972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38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Sprint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315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Dataset &amp; Foundation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424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Repo setup, dataset collection
1,200 annotated images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4828032"/>
            <a:ext cx="10972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5138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Sprint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54315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 &amp; Streaming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57424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YOLO training, MJPEG stream
Login, video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21824" y="4828032"/>
            <a:ext cx="10972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4464" y="5138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Sprint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54315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Alerts &amp; Hardening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57424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WebSocket alerts, auth hardening
Bug fixes, analytics, demo prep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4630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4389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PRODUCT BACKLOG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10 Backlog Items — All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Ordered by priority. High items are foundational; medium/low items add value and polish.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7455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29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299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0299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11274552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597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PB-01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59736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Object Detection Model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4597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4597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16352"/>
            <a:ext cx="11274552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PB-02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03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Multi-Zone Camera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880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36976"/>
            <a:ext cx="11274552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3009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PB-03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30098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Real-Time Video Stream + Bounding 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300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3009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57600"/>
            <a:ext cx="11274552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216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PB-04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72160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Detection Event Logging to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721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7216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78224"/>
            <a:ext cx="11274552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42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PB-05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14223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Role-Based Authentication &amp;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1422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1422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98848"/>
            <a:ext cx="11274552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5628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PB-06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4562856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Real-Time WebSocket Alert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5628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5628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919472"/>
            <a:ext cx="11274552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983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PB-07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49834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Analytics Dashboard &amp; Risk Reports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983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4983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340096"/>
            <a:ext cx="11274552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4041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PB-08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540410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Persistent Token &amp; Password Reset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54041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Medium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5404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760720"/>
            <a:ext cx="11274552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8247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PB-09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" y="582472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AI Performance Monitoring Page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58247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58247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181344"/>
            <a:ext cx="11274552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245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PB-10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4440" y="624535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Settings, Preferences &amp; User Mgmt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6245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15400" y="6245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Done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4630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4389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Why SmartGuard AI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Real operational impact for PT. Kawan Lama and the broader logistics industry.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6235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</a:rPr>
              <a:t>From hours
to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779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Response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Automated detection means threats are identified the moment
they appear, not when a guard happens to look at the right screen.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6235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2128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Fewer
false alarms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90779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Cost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004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Confidence thresholds and cooldown timers eliminate noise.
Only real detections generate alerts and log entries.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56235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1596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Unlimited
camera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109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Adding a new zone requires only a database entry. The worker
thread architecture handles any number of parallel streams.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4206240"/>
            <a:ext cx="56235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31596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Full incident
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0109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3035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Every detection is timestamped, geotagged to a zone, saved
with a snapshot image, and accessible in the Detection Logs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SmartGuard AI — Keeping warehouses safe,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063240"/>
            <a:ext cx="3959352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GitHub   :  github.com/SultanZhalifa/smartwarehouse-ai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Group     :  5  (Risly · Sultan · Fathir · Misha)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Course   :  AI Open Innovation Challenge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Group 5  ·  President University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